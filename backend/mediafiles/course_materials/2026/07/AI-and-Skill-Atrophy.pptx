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d Hasibul Hasan" initials="MHH" lastIdx="1" clrIdx="0">
    <p:extLst>
      <p:ext uri="{19B8F6BF-5375-455C-9EA6-DF929625EA0E}">
        <p15:presenceInfo xmlns:p15="http://schemas.microsoft.com/office/powerpoint/2012/main" userId="d92c3207f6120e7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08T21:25:34.221" idx="1">
    <p:pos x="10" y="10"/>
    <p:text/>
    <p:extLst>
      <p:ext uri="{C676402C-5697-4E1C-873F-D02D1690AC5C}">
        <p15:threadingInfo xmlns:p15="http://schemas.microsoft.com/office/powerpoint/2012/main" timeZoneBias="-3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21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10800000" flipV="1">
            <a:off x="6972300" y="2286000"/>
            <a:ext cx="5767150" cy="206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5550"/>
              </a:lnSpc>
              <a:buNone/>
            </a:pPr>
            <a:r>
              <a:rPr lang="en-US" sz="320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Md. Hasibul Hossain Fahad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      		Dept. of Fisheries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		ID:2501105</a:t>
            </a:r>
          </a:p>
        </p:txBody>
      </p:sp>
      <p:sp>
        <p:nvSpPr>
          <p:cNvPr id="4" name="Text 1"/>
          <p:cNvSpPr/>
          <p:nvPr/>
        </p:nvSpPr>
        <p:spPr>
          <a:xfrm rot="10800000" flipV="1">
            <a:off x="6280190" y="4783691"/>
            <a:ext cx="7556421" cy="1011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D5204E-3774-4703-977E-689D35194BC0}"/>
              </a:ext>
            </a:extLst>
          </p:cNvPr>
          <p:cNvSpPr txBox="1"/>
          <p:nvPr/>
        </p:nvSpPr>
        <p:spPr>
          <a:xfrm>
            <a:off x="6069330" y="4969719"/>
            <a:ext cx="8378190" cy="82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60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AI and Skill Atrophy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31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5903" y="620316"/>
            <a:ext cx="7564993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The AI Revolution and Its Hidden Cost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75903" y="2368272"/>
            <a:ext cx="7564993" cy="1804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Artificial Intelligence has transformed modern life, enabling faster, more </a:t>
            </a:r>
            <a:r>
              <a:rPr lang="en-US" sz="24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accurate</a:t>
            </a:r>
            <a:r>
              <a:rPr lang="en-US" sz="20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 task completion. From smart assistants to automated workplaces, AI is ubiquitous. Yet this convenience carries a hidden risk: </a:t>
            </a:r>
            <a:r>
              <a:rPr lang="en-US" sz="2000" b="1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skill atrophy</a:t>
            </a:r>
            <a:r>
              <a:rPr lang="en-US" sz="20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 — the gradual weakening of human abilities through lack of practice.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75903" y="4426982"/>
            <a:ext cx="3669744" cy="1660684"/>
          </a:xfrm>
          <a:prstGeom prst="roundRect">
            <a:avLst>
              <a:gd name="adj" fmla="val 2037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6501408" y="4652486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Everywhere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01408" y="5140166"/>
            <a:ext cx="3218736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Navigation, smart assistants, automation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171152" y="4426982"/>
            <a:ext cx="3669744" cy="1660684"/>
          </a:xfrm>
          <a:prstGeom prst="roundRect">
            <a:avLst>
              <a:gd name="adj" fmla="val 2037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10396657" y="4652486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Convenient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396657" y="5140166"/>
            <a:ext cx="3218736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Faster, </a:t>
            </a:r>
            <a:r>
              <a:rPr lang="en-US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easier</a:t>
            </a:r>
            <a:r>
              <a:rPr lang="en-US" sz="175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, more accurate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75903" y="6313170"/>
            <a:ext cx="7564993" cy="1299686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501408" y="6538674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Costly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01408" y="7026354"/>
            <a:ext cx="7113984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Loss of human skills </a:t>
            </a:r>
            <a:r>
              <a:rPr lang="en-US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and</a:t>
            </a:r>
            <a:r>
              <a:rPr lang="en-US" sz="175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 abilities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2803" y="419219"/>
            <a:ext cx="4858107" cy="46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480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Why Skill Atrophy Happens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22803" y="1334214"/>
            <a:ext cx="8098393" cy="1338977"/>
          </a:xfrm>
          <a:prstGeom prst="roundRect">
            <a:avLst>
              <a:gd name="adj" fmla="val 5463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22803" y="1318974"/>
            <a:ext cx="8098393" cy="60960"/>
          </a:xfrm>
          <a:prstGeom prst="roundRect">
            <a:avLst>
              <a:gd name="adj" fmla="val 36761"/>
            </a:avLst>
          </a:prstGeom>
          <a:solidFill>
            <a:srgbClr val="1C9770"/>
          </a:solidFill>
          <a:ln/>
        </p:spPr>
      </p:sp>
      <p:sp>
        <p:nvSpPr>
          <p:cNvPr id="6" name="Shape 3"/>
          <p:cNvSpPr/>
          <p:nvPr/>
        </p:nvSpPr>
        <p:spPr>
          <a:xfrm>
            <a:off x="4347924" y="1110139"/>
            <a:ext cx="448151" cy="448151"/>
          </a:xfrm>
          <a:prstGeom prst="roundRect">
            <a:avLst>
              <a:gd name="adj" fmla="val 204038"/>
            </a:avLst>
          </a:prstGeom>
          <a:solidFill>
            <a:srgbClr val="1C9770"/>
          </a:solidFill>
          <a:ln/>
        </p:spPr>
      </p:sp>
      <p:sp>
        <p:nvSpPr>
          <p:cNvPr id="7" name="Text 4"/>
          <p:cNvSpPr/>
          <p:nvPr/>
        </p:nvSpPr>
        <p:spPr>
          <a:xfrm>
            <a:off x="4482346" y="1222177"/>
            <a:ext cx="179189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7348" y="1707594"/>
            <a:ext cx="2672834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dirty="0">
                <a:solidFill>
                  <a:srgbClr val="464646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Over-Reliance on Automation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87348" y="2030492"/>
            <a:ext cx="7769304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Routine tasks handled by machines mean humans stop practising. Pilots depending on autopilot lose manual flying skills.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22803" y="3046571"/>
            <a:ext cx="8098393" cy="1338977"/>
          </a:xfrm>
          <a:prstGeom prst="roundRect">
            <a:avLst>
              <a:gd name="adj" fmla="val 5463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22803" y="3031331"/>
            <a:ext cx="8098393" cy="60960"/>
          </a:xfrm>
          <a:prstGeom prst="roundRect">
            <a:avLst>
              <a:gd name="adj" fmla="val 36761"/>
            </a:avLst>
          </a:prstGeom>
          <a:solidFill>
            <a:srgbClr val="1C9770"/>
          </a:solidFill>
          <a:ln/>
        </p:spPr>
      </p:sp>
      <p:sp>
        <p:nvSpPr>
          <p:cNvPr id="12" name="Shape 9"/>
          <p:cNvSpPr/>
          <p:nvPr/>
        </p:nvSpPr>
        <p:spPr>
          <a:xfrm>
            <a:off x="4347924" y="2822496"/>
            <a:ext cx="448151" cy="448151"/>
          </a:xfrm>
          <a:prstGeom prst="roundRect">
            <a:avLst>
              <a:gd name="adj" fmla="val 204038"/>
            </a:avLst>
          </a:prstGeom>
          <a:solidFill>
            <a:srgbClr val="1C9770"/>
          </a:solidFill>
          <a:ln/>
        </p:spPr>
      </p:sp>
      <p:sp>
        <p:nvSpPr>
          <p:cNvPr id="13" name="Text 10"/>
          <p:cNvSpPr/>
          <p:nvPr/>
        </p:nvSpPr>
        <p:spPr>
          <a:xfrm>
            <a:off x="4482346" y="2934533"/>
            <a:ext cx="179189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87348" y="3419951"/>
            <a:ext cx="2012037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dirty="0">
                <a:solidFill>
                  <a:srgbClr val="464646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Reduced Mental Effort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7348" y="3742849"/>
            <a:ext cx="7769304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AI handles thinking and decision-making. Calculators, grammar checkers, and chatbots reduce human cognitive involvement.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22803" y="4758928"/>
            <a:ext cx="8098393" cy="1338977"/>
          </a:xfrm>
          <a:prstGeom prst="roundRect">
            <a:avLst>
              <a:gd name="adj" fmla="val 5463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522803" y="4743688"/>
            <a:ext cx="8098393" cy="60960"/>
          </a:xfrm>
          <a:prstGeom prst="roundRect">
            <a:avLst>
              <a:gd name="adj" fmla="val 36761"/>
            </a:avLst>
          </a:prstGeom>
          <a:solidFill>
            <a:srgbClr val="1C9770"/>
          </a:solidFill>
          <a:ln/>
        </p:spPr>
      </p:sp>
      <p:sp>
        <p:nvSpPr>
          <p:cNvPr id="18" name="Shape 15"/>
          <p:cNvSpPr/>
          <p:nvPr/>
        </p:nvSpPr>
        <p:spPr>
          <a:xfrm>
            <a:off x="4347924" y="4534853"/>
            <a:ext cx="448151" cy="448151"/>
          </a:xfrm>
          <a:prstGeom prst="roundRect">
            <a:avLst>
              <a:gd name="adj" fmla="val 204038"/>
            </a:avLst>
          </a:prstGeom>
          <a:solidFill>
            <a:srgbClr val="1C9770"/>
          </a:solidFill>
          <a:ln/>
        </p:spPr>
      </p:sp>
      <p:sp>
        <p:nvSpPr>
          <p:cNvPr id="19" name="Text 16"/>
          <p:cNvSpPr/>
          <p:nvPr/>
        </p:nvSpPr>
        <p:spPr>
          <a:xfrm>
            <a:off x="4482346" y="4646890"/>
            <a:ext cx="179189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87348" y="5132308"/>
            <a:ext cx="1867376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dirty="0">
                <a:solidFill>
                  <a:srgbClr val="464646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Decreased Learning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87348" y="5455206"/>
            <a:ext cx="7769304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Students and professionals rely on ready-made AI answers instead of analysing and solving problems themselves.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22803" y="6471285"/>
            <a:ext cx="8098393" cy="1338977"/>
          </a:xfrm>
          <a:prstGeom prst="roundRect">
            <a:avLst>
              <a:gd name="adj" fmla="val 5463"/>
            </a:avLst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522803" y="6456045"/>
            <a:ext cx="8098393" cy="60960"/>
          </a:xfrm>
          <a:prstGeom prst="roundRect">
            <a:avLst>
              <a:gd name="adj" fmla="val 36761"/>
            </a:avLst>
          </a:prstGeom>
          <a:solidFill>
            <a:srgbClr val="1C9770"/>
          </a:solidFill>
          <a:ln/>
        </p:spPr>
      </p:sp>
      <p:sp>
        <p:nvSpPr>
          <p:cNvPr id="24" name="Shape 21"/>
          <p:cNvSpPr/>
          <p:nvPr/>
        </p:nvSpPr>
        <p:spPr>
          <a:xfrm>
            <a:off x="4347924" y="6247209"/>
            <a:ext cx="448151" cy="448151"/>
          </a:xfrm>
          <a:prstGeom prst="roundRect">
            <a:avLst>
              <a:gd name="adj" fmla="val 204038"/>
            </a:avLst>
          </a:prstGeom>
          <a:solidFill>
            <a:srgbClr val="1C9770"/>
          </a:solidFill>
          <a:ln/>
        </p:spPr>
      </p:sp>
      <p:sp>
        <p:nvSpPr>
          <p:cNvPr id="25" name="Text 22"/>
          <p:cNvSpPr/>
          <p:nvPr/>
        </p:nvSpPr>
        <p:spPr>
          <a:xfrm>
            <a:off x="4482346" y="6359247"/>
            <a:ext cx="179189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4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87348" y="6844665"/>
            <a:ext cx="2137291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dirty="0">
                <a:solidFill>
                  <a:srgbClr val="464646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Loss of Critical Thinking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87348" y="7167563"/>
            <a:ext cx="7769304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Quick AI solutions encourage acceptance without questioning, weakening independent judgment and evaluation.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0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18" y="620792"/>
            <a:ext cx="5753695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Effects and Solutions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0218" y="1890713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Effects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0218" y="2469118"/>
            <a:ext cx="350639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4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Loss of core technical and creative skills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0218" y="3270290"/>
            <a:ext cx="350639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4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Reduced creativity and originality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0218" y="4071461"/>
            <a:ext cx="350639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4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Weakened decision-making and memory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0218" y="4872633"/>
            <a:ext cx="3506391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4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Professional risks in critical fields like aviation and medicine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855012" y="1890713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Solutions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55012" y="2469118"/>
            <a:ext cx="350639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4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Use AI as support, not replacement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55012" y="3270290"/>
            <a:ext cx="350639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4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Practise real skills continuously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55012" y="4071461"/>
            <a:ext cx="350639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4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Maintain human oversight of AI decisions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55012" y="4872633"/>
            <a:ext cx="3506391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4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Reform education to balance AI literacy with critical thinking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90218" y="6288881"/>
            <a:ext cx="7563564" cy="1320403"/>
          </a:xfrm>
          <a:prstGeom prst="roundRect">
            <a:avLst>
              <a:gd name="adj" fmla="val 2565"/>
            </a:avLst>
          </a:prstGeom>
          <a:solidFill>
            <a:srgbClr val="BEF3E2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960" y="6632615"/>
            <a:ext cx="282178" cy="22574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23881" y="6571059"/>
            <a:ext cx="6604159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By using AI wisely, we enjoy its benefits whilst preserving our human capabilities.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90192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11500" dirty="0">
                <a:solidFill>
                  <a:srgbClr val="030303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Thank You</a:t>
            </a:r>
            <a:endParaRPr lang="en-US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620351" y="4503182"/>
            <a:ext cx="72162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i="1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"Artificial Intelligence should empower humans, not replace them."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80190" y="4248031"/>
            <a:ext cx="30480" cy="873204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6" name="Text 3"/>
          <p:cNvSpPr/>
          <p:nvPr/>
        </p:nvSpPr>
        <p:spPr>
          <a:xfrm>
            <a:off x="6280190" y="53763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Any Questions?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275</Words>
  <Application>Microsoft Office PowerPoint</Application>
  <PresentationFormat>Custom</PresentationFormat>
  <Paragraphs>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Md Hasibul Hasan</cp:lastModifiedBy>
  <cp:revision>5</cp:revision>
  <dcterms:created xsi:type="dcterms:W3CDTF">2025-11-08T15:23:53Z</dcterms:created>
  <dcterms:modified xsi:type="dcterms:W3CDTF">2025-11-08T15:47:48Z</dcterms:modified>
</cp:coreProperties>
</file>